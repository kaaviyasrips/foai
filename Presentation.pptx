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31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yping_ppt/icons/keyboard_CADCFC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229600" y="30175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— PROJECT EVALUATION I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AI TYPING ASSISTANT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862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 for Diagnosis  •  Backward Chaining for Verification  •  Constraint Satisfaction for Adaptive Practice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Kaajal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- 240701220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Kaaviya</a:t>
            </a:r>
            <a:r>
              <a:rPr lang="en-US" sz="13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Sri PS - 240701222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(Abstract)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typing tutors measure speed and accuracy but never explain why a user is slow. This project proposes a knowledge-based expert system that diagnoses the specific cause of a user's typing weakness through explainable, rule-based reasoning, confirms uncertain diagnoses before acting on them, and generates targeted practice by solving a formal constraint satisfaction problem — all without deep learning.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30175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yping_ppt/icons/forw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31363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Chaining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weak-key, weak-finger and weak-digraph conclusions from raw keystroke facts using a propositional rule base.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6974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30175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typing_ppt/icons/backw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13639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Chaining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645152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 suspected weakness back to the evidence it needs, then triggers a targeted 'Challenge Mode' test to confirm it.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26974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55480" y="30175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typing_ppt/icons/cs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3136392"/>
            <a:ext cx="676656" cy="6766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+ Backtracking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GENERATION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48463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Formulates practice-session generation as a constraint satisfaction problem, solved via backtracking with forward-checking.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existing open-source typing-practice tools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43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1148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 Identified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(type.review) — xiaolai/type-review, 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letter-unlock mode that introduces new keys once the current set is typed fast and accurately; tracks per-key and per-finger WPM/error stats on-device.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Unlocking is a simple speed+accuracy threshold, not rule-based diagnosis; no step verifies a weakness before acting; no formal constraint-based session generation.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typing-test — arpitghura/typing-test, 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practice sets from everyday real words; logs each session's time taken and WPM to a stored history.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error-pattern analysis at all — practice content is not adapted to the user's mistakes, weak keys, or fingers in any way.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speed-type — hagleitn/speed-type, GitHub (Emacs)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 random passages from Project Gutenberg and highlights correct/incorrect characters in real time while tracking WPM.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selection is random and session-local; no persistent diagnosis or targeting of a user's recurring weaknesses across sessions.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9616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/home/claude/typing_ppt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0" y="1592336"/>
            <a:ext cx="527792" cy="5277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71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root-cause diagnosis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37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(Keybr, TypingClub, TYPE, 10FastFingers) report WPM and accuracy but never explain which finger, key, or letter combination is actually causing errors.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807208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1" descr="/home/claude/typing_ppt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0" y="2899928"/>
            <a:ext cx="527792" cy="5277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679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Opaque adaptation logic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0449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adaptive text exists — e.g. TYPE's letter-unlock — it is driven by a speed/accuracy threshold, not inspectable, explainable rules a learner or evaluator can trace.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114800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2" descr="/home/claude/typing_ppt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0" y="4207520"/>
            <a:ext cx="527792" cy="5277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9867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verification before acting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35254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noisy or low-sample error is treated the same as a confirmed weakness — there is no step that checks whether a detected pattern is reliable.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422392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3" descr="/home/claude/typing_ppt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0" y="5515112"/>
            <a:ext cx="527792" cy="5277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generation is ad hoc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66013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content is rarely modeled as a formal problem with explicit coverage guarantees — there is no constraint-based guarantee that weak areas are drilled sufficiently.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9903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typing_ppt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470355"/>
            <a:ext cx="405994" cy="4059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34440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knowledge-based typing assistant that diagnoses, verifies, and corrects a user's specific typing weaknesses using classical AI reasoning techniques — without deep learning.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36829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propositional rule base and forward-chaining engine to diagnose weak keys, fingers, and digraphs from keystroke logs.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16382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backward chaining to verify uncertain diagnoses and drive a targeted 'Challenge Mode' assessment.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95935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adaptive practice-session generation as a CSP and solve it via backtracking search with constraint propagation.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754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responsive React web interface integrating diagnosis, verification, and practice generation.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56052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605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5504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 and speed improvement on targeted weak keys across multiple practice sessions.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Tools and Languages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typing_ppt/icons/rea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18841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01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167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typing_ppt/icons/j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201" y="188412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801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(ES6+)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167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AI-engine language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typing_ppt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681" y="1884121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509760" y="1801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Recharts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9509760" y="2167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0233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typing_ppt/icons/nod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721" y="4490161"/>
            <a:ext cx="575158" cy="5751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2880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&amp; npm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1828800" y="4773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package tooling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40233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4389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typing_ppt/icons/gi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201" y="4490161"/>
            <a:ext cx="575158" cy="57515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6928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5669280" y="4773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229600" y="40233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6FC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4389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typing_ppt/icons/d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681" y="4490161"/>
            <a:ext cx="575158" cy="57515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50976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Storage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9509760" y="4773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&amp; session data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630</Words>
  <Application>Microsoft Office PowerPoint</Application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2026-09-29T02:44:44Z</dcterms:created>
  <dcterms:modified xsi:type="dcterms:W3CDTF">2026-10-06T03:00:39Z</dcterms:modified>
</cp:coreProperties>
</file>