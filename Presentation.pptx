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yping_ppt/icons/keyboard_CADCFC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229600" y="3017520"/>
            <a:ext cx="3657600" cy="3657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— PROJECT EVALUATION I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Knowledge-Based Expert System for Typing Error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and Adaptive Practice Assistance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Chaining for Diagnosis  •  Backward Chaining for Verification  •  Constraint Satisfaction for Adaptive Practice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Kaaviya  |  B.E. Computer Science and Engineering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Rajalakshmi Engineering College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Novelty (Abstract)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A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typing tutors measure speed and accuracy but never explain why a user is slow. This project proposes a knowledge-based expert system that diagnoses the specific cause of a user's typing weakness through explainable, rule-based reasoning, confirms uncertain diagnoses before acting on them, and generates targeted practice by solving a formal constraint satisfaction problem — all without deep learning.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4520" y="30175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typing_ppt/icons/forwar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392" y="3136392"/>
            <a:ext cx="676656" cy="676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Chaining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480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846320"/>
            <a:ext cx="3054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Derives weak-key, weak-finger and weak-digraph conclusions from raw keystroke facts using a propositional rule base.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89120" y="26974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715000" y="30175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typing_ppt/icons/backward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3136392"/>
            <a:ext cx="676656" cy="676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Backward Chaining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480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645152" y="4846320"/>
            <a:ext cx="3054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a suspected weakness back to the evidence it needs, then triggers a targeted 'Challenge Mode' test to confirm it.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229600" y="26974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555480" y="30175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home/claude/typing_ppt/icons/csp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3136392"/>
            <a:ext cx="676656" cy="6766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1248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CSP + Backtracking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0" y="4480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GENERATION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8485632" y="4846320"/>
            <a:ext cx="3054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Formulates practice-session generation as a constraint satisfaction problem, solved via backtracking with forward-checking.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existing open-source typing-practice tools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448056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 Used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/ Gap Identified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(type.review) — xiaolai/type-review, GitHub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letter-unlock mode that introduces new keys once the current set is typed fast and accurately; tracks per-key and per-finger WPM/error stats on-device.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Unlocking is a simple speed+accuracy threshold, not rule-based diagnosis; no step verifies a weakness before acting; no formal constraint-based session generation.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typing-test — arpitghura/typing-test, GitHub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Generates practice sets from everyday real words; logs each session's time taken and WPM to a stored history.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error-pattern analysis at all — practice content is not adapted to the user's mistakes, weak keys, or fingers in any way.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speed-type — hagleitn/speed-type, GitHub (Emacs)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Serves random passages from Project Gutenberg and highlights correct/incorrect characters in real time while tracking WPM.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2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selection is random and session-local; no persistent diagnosis or targeting of a user's recurring weaknesses across sessions.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9616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/home/claude/typing_ppt/icons/warning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360" y="1592336"/>
            <a:ext cx="527792" cy="5277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3716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root-cause diagnosis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(Keybr, TypingClub, TYPE, 10FastFingers) report WPM and accuracy but never explain which finger, key, or letter combination is actually causing errors.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807208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8" name="Image 1" descr="/home/claude/typing_ppt/icons/warning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60" y="2899928"/>
            <a:ext cx="527792" cy="5277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6791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Opaque adaptation logic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508760" y="30449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adaptive text exists — e.g. TYPE's letter-unlock — it is driven by a speed/accuracy threshold, not inspectable, explainable rules a learner or evaluator can trace.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4114800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2" name="Image 2" descr="/home/claude/typing_ppt/icons/warning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60" y="4207520"/>
            <a:ext cx="527792" cy="5277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98678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verification before acting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508760" y="435254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noisy or low-sample error is treated the same as a confirmed weakness — there is no step that checks whether a detected pattern is reliable.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542239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6" name="Image 3" descr="/home/claude/typing_ppt/icons/warning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60" y="5515112"/>
            <a:ext cx="527792" cy="52779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52943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generation is ad hoc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" y="566013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content is rarely modeled as a formal problem with explicit coverage guarantees — there is no constraint-based guarantee that weak areas are drilled sufficiently.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399032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/home/claude/typing_ppt/icons/targe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" y="1470355"/>
            <a:ext cx="405994" cy="40599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234440"/>
            <a:ext cx="9921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design and implement a knowledge-based typing assistant that diagnoses, verifies, and corrects a user's specific typing weaknesses using classical AI reasoning techniques — without deep learning.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2368296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2A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propositional rule base and forward-chaining engine to diagnose weak keys, fingers, and digraphs from keystroke logs.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3218688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3163824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2A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backward chaining to verify uncertain diagnoses and drive a targeted 'Challenge Mode' assessment.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4014216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97280" y="39593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2A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adaptive practice-session generation as a CSP and solve it via backtracking search with constraint propagation.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480974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809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47548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2A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responsive React web interface integrating diagnosis, verification, and practice generation.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48640" y="560527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5605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097280" y="555040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2A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accuracy and speed improvement on targeted weak keys across multiple practice sessions.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Tools and Languages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C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home/claude/typing_ppt/icons/reac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721" y="1884121"/>
            <a:ext cx="575158" cy="57515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013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React.js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21671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framework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C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09160" y="17830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home/claude/typing_ppt/icons/js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201" y="1884121"/>
            <a:ext cx="575158" cy="5751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8013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(ES6+)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669280" y="21671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&amp; AI-engine language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22960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C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549640" y="17830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/home/claude/typing_ppt/icons/char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681" y="1884121"/>
            <a:ext cx="575158" cy="57515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509760" y="18013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Recharts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9509760" y="21671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dashboards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0233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C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8680" y="43891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/home/claude/typing_ppt/icons/nod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721" y="4490161"/>
            <a:ext cx="575158" cy="57515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828800" y="44074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&amp; npm</a:t>
            </a:r>
            <a:endParaRPr lang="en-US" sz="1550" dirty="0"/>
          </a:p>
        </p:txBody>
      </p:sp>
      <p:sp>
        <p:nvSpPr>
          <p:cNvPr id="22" name="Text 16"/>
          <p:cNvSpPr txBox="1"/>
          <p:nvPr/>
        </p:nvSpPr>
        <p:spPr>
          <a:xfrm>
            <a:off x="1828800" y="4773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package tooling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89120" y="40233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C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709160" y="43891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4" descr="/home/claude/typing_ppt/icons/git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201" y="4490161"/>
            <a:ext cx="575158" cy="57515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669280" y="44074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GitHub</a:t>
            </a:r>
            <a:endParaRPr lang="en-US" sz="1550" dirty="0"/>
          </a:p>
        </p:txBody>
      </p:sp>
      <p:sp>
        <p:nvSpPr>
          <p:cNvPr id="27" name="Text 20"/>
          <p:cNvSpPr txBox="1"/>
          <p:nvPr/>
        </p:nvSpPr>
        <p:spPr>
          <a:xfrm>
            <a:off x="5669280" y="4773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229600" y="40233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C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49640" y="43891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5" descr="/home/claude/typing_ppt/icons/db_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681" y="4490161"/>
            <a:ext cx="575158" cy="57515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09760" y="44074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 Storage</a:t>
            </a:r>
            <a:endParaRPr lang="en-US" sz="1550" dirty="0"/>
          </a:p>
        </p:txBody>
      </p:sp>
      <p:sp>
        <p:nvSpPr>
          <p:cNvPr id="32" name="Text 24"/>
          <p:cNvSpPr txBox="1"/>
          <p:nvPr/>
        </p:nvSpPr>
        <p:spPr>
          <a:xfrm>
            <a:off x="9509760" y="4773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Keystroke &amp; session data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2026-09-29T02:44:44Z</dcterms:created>
  <dcterms:modified xsi:type="dcterms:W3CDTF">2026-09-29T02:44:44Z</dcterms:modified>
</cp:coreProperties>
</file>